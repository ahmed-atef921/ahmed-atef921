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 Price Prediction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Project using Python &amp; Flask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predicts car prices based on features like year, fuel type, and kilometers driven.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Car data</a:t>
            </a:r>
          </a:p>
          <a:p>
            <a:r>
              <a:t>Features include:</a:t>
            </a:r>
          </a:p>
          <a:p>
            <a:r>
              <a:t>- Car Name</a:t>
            </a:r>
          </a:p>
          <a:p>
            <a:r>
              <a:t>- Year</a:t>
            </a:r>
          </a:p>
          <a:p>
            <a:r>
              <a:t>- Present Price</a:t>
            </a:r>
          </a:p>
          <a:p>
            <a:r>
              <a:t>- Kms Driven</a:t>
            </a:r>
          </a:p>
          <a:p>
            <a:r>
              <a:t>- Fuel Type</a:t>
            </a:r>
          </a:p>
          <a:p>
            <a:r>
              <a:t>- Transmission</a:t>
            </a:r>
          </a:p>
          <a:p>
            <a:r>
              <a:t>- Owner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Steps:</a:t>
            </a:r>
          </a:p>
          <a:p>
            <a:r>
              <a:t>- Handle missing values</a:t>
            </a:r>
          </a:p>
          <a:p>
            <a:r>
              <a:t>- Remove duplicates</a:t>
            </a:r>
          </a:p>
          <a:p>
            <a:r>
              <a:t>- Remove outliers</a:t>
            </a:r>
          </a:p>
          <a:p>
            <a:r>
              <a:t>- Encoding categorical data</a:t>
            </a:r>
          </a:p>
          <a:p>
            <a:r>
              <a:t>- Feature scaling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Linear Regression</a:t>
            </a:r>
          </a:p>
          <a:p>
            <a:r>
              <a:t>- Random Forest Regressor</a:t>
            </a:r>
          </a:p>
          <a:p>
            <a:r>
              <a:t>- XGBoost Regressor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Metrics used:</a:t>
            </a:r>
          </a:p>
          <a:p>
            <a:r>
              <a:t>- R2 Score</a:t>
            </a:r>
          </a:p>
          <a:p>
            <a:r>
              <a:t>- RMSE (Root Mean Squared Error)</a:t>
            </a:r>
          </a:p>
          <a:p>
            <a:r>
              <a:t>- MAE (Mean Absolute Error)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Random Forest / XGBoost achieved best performance with high R2 and low error.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 app was built using Flask where users can input car details and get predicted price.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Data cleaning</a:t>
            </a:r>
          </a:p>
          <a:p>
            <a:r>
              <a:t>- Handling categorical variables</a:t>
            </a:r>
          </a:p>
          <a:p>
            <a:r>
              <a:t>- Model tuning</a:t>
            </a:r>
          </a:p>
          <a:p>
            <a:r>
              <a:t>- Deployment issues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can effectively predict car prices and can be deployed using web applications.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attention!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